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015" autoAdjust="0"/>
    <p:restoredTop sz="94660"/>
  </p:normalViewPr>
  <p:slideViewPr>
    <p:cSldViewPr snapToGrid="0">
      <p:cViewPr varScale="1">
        <p:scale>
          <a:sx n="89" d="100"/>
          <a:sy n="89" d="100"/>
        </p:scale>
        <p:origin x="120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13AEA3-8EC3-4C20-AED8-CD0FA94D3F8F}" type="datetimeFigureOut">
              <a:rPr lang="en-US" smtClean="0"/>
              <a:t>3/17/2025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24B325-9C6A-4607-9755-0E58A4E6EA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870224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13AEA3-8EC3-4C20-AED8-CD0FA94D3F8F}" type="datetimeFigureOut">
              <a:rPr lang="en-US" smtClean="0"/>
              <a:t>3/17/2025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24B325-9C6A-4607-9755-0E58A4E6EA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443585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13AEA3-8EC3-4C20-AED8-CD0FA94D3F8F}" type="datetimeFigureOut">
              <a:rPr lang="en-US" smtClean="0"/>
              <a:t>3/17/2025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24B325-9C6A-4607-9755-0E58A4E6EA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734874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13AEA3-8EC3-4C20-AED8-CD0FA94D3F8F}" type="datetimeFigureOut">
              <a:rPr lang="en-US" smtClean="0"/>
              <a:t>3/17/2025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24B325-9C6A-4607-9755-0E58A4E6EA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74349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13AEA3-8EC3-4C20-AED8-CD0FA94D3F8F}" type="datetimeFigureOut">
              <a:rPr lang="en-US" smtClean="0"/>
              <a:t>3/17/2025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24B325-9C6A-4607-9755-0E58A4E6EA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00075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13AEA3-8EC3-4C20-AED8-CD0FA94D3F8F}" type="datetimeFigureOut">
              <a:rPr lang="en-US" smtClean="0"/>
              <a:t>3/17/2025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24B325-9C6A-4607-9755-0E58A4E6EA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757183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13AEA3-8EC3-4C20-AED8-CD0FA94D3F8F}" type="datetimeFigureOut">
              <a:rPr lang="en-US" smtClean="0"/>
              <a:t>3/17/2025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24B325-9C6A-4607-9755-0E58A4E6EA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740773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13AEA3-8EC3-4C20-AED8-CD0FA94D3F8F}" type="datetimeFigureOut">
              <a:rPr lang="en-US" smtClean="0"/>
              <a:t>3/17/2025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24B325-9C6A-4607-9755-0E58A4E6EA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073785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13AEA3-8EC3-4C20-AED8-CD0FA94D3F8F}" type="datetimeFigureOut">
              <a:rPr lang="en-US" smtClean="0"/>
              <a:t>3/17/2025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24B325-9C6A-4607-9755-0E58A4E6EA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922643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13AEA3-8EC3-4C20-AED8-CD0FA94D3F8F}" type="datetimeFigureOut">
              <a:rPr lang="en-US" smtClean="0"/>
              <a:t>3/17/2025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24B325-9C6A-4607-9755-0E58A4E6EA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883990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13AEA3-8EC3-4C20-AED8-CD0FA94D3F8F}" type="datetimeFigureOut">
              <a:rPr lang="en-US" smtClean="0"/>
              <a:t>3/17/2025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24B325-9C6A-4607-9755-0E58A4E6EA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94724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913AEA3-8EC3-4C20-AED8-CD0FA94D3F8F}" type="datetimeFigureOut">
              <a:rPr lang="en-US" smtClean="0"/>
              <a:t>3/17/2025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624B325-9C6A-4607-9755-0E58A4E6EA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3312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Dummy PPTX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This is dummy PPTX</a:t>
            </a:r>
          </a:p>
        </p:txBody>
      </p:sp>
    </p:spTree>
    <p:extLst>
      <p:ext uri="{BB962C8B-B14F-4D97-AF65-F5344CB8AC3E}">
        <p14:creationId xmlns:p14="http://schemas.microsoft.com/office/powerpoint/2010/main" val="15932587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answer.txt>&#24685;&#21916;&#20320;&#25214;&#21040;&#20102;&#27491;&#30830;&#31572;&#26696;&#65281;&#19979;&#19968;&#20851;&#30340;&#32593;&#22336;&#26159;/167543829
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</Words>
  <Application>Microsoft Office PowerPoint</Application>
  <PresentationFormat>Widescreen</PresentationFormat>
  <Paragraphs>2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Dummy PPTX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Dummy PPT</dc:title>
  <dc:creator>Family</dc:creator>
  <cp:lastModifiedBy>Family</cp:lastModifiedBy>
  <cp:revision>2</cp:revision>
  <dcterms:created xsi:type="dcterms:W3CDTF">2025-03-17T15:42:33Z</dcterms:created>
  <dcterms:modified xsi:type="dcterms:W3CDTF">2025-03-17T15:43:13Z</dcterms:modified>
</cp:coreProperties>
</file>